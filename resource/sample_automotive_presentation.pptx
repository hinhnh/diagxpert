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🚗 DiagXpert - Hệ Thống Chẩn Đoán Ô Tô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Automotive Diagnostics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🌟 Tính Năng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FAISS Vector Search</a:t>
            </a:r>
          </a:p>
          <a:p>
            <a:r>
              <a:t>• Langchain Integration</a:t>
            </a:r>
          </a:p>
          <a:p>
            <a:r>
              <a:t>• Function Calling</a:t>
            </a:r>
          </a:p>
          <a:p>
            <a:r>
              <a:t>• RAG-Anything Processing</a:t>
            </a:r>
          </a:p>
          <a:p>
            <a:r>
              <a:t>• Text-to-Speech</a:t>
            </a:r>
          </a:p>
          <a:p>
            <a:r>
              <a:t>• Document Upload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RAG-Anything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Image Processing (OCR)</a:t>
            </a:r>
          </a:p>
          <a:p>
            <a:r>
              <a:t>• Spreadsheet Analysis</a:t>
            </a:r>
          </a:p>
          <a:p>
            <a:r>
              <a:t>• Presentation Extraction</a:t>
            </a:r>
          </a:p>
          <a:p>
            <a:r>
              <a:t>• Archive Processing</a:t>
            </a:r>
          </a:p>
          <a:p>
            <a:r>
              <a:t>• 20+ File Formats</a:t>
            </a:r>
          </a:p>
          <a:p>
            <a:r>
              <a:t>• Multimodal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Workshop 4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Vector Search</a:t>
            </a:r>
          </a:p>
          <a:p>
            <a:r>
              <a:t>• Prompt Management</a:t>
            </a:r>
          </a:p>
          <a:p>
            <a:r>
              <a:t>• Chain Management</a:t>
            </a:r>
          </a:p>
          <a:p>
            <a:r>
              <a:t>• Dynamic Function Calling</a:t>
            </a:r>
          </a:p>
          <a:p>
            <a:r>
              <a:t>• Enhanced RAG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